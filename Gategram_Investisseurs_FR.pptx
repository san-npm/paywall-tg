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1A1235"/>
                </a:solidFill>
              </a:defRPr>
            </a:pPr>
            <a:r>
              <a:t>Gategram.app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4572"/>
                </a:solidFill>
              </a:defRPr>
            </a:pPr>
            <a:r>
              <a:t>Deck investisseurs — Monétisation native Telegram par créations payantes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1235"/>
                </a:solidFill>
              </a:defRPr>
            </a:pPr>
            <a:r>
              <a:t>1.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Les créateurs Telegram monétisent mal: process de paiement fragmenté, friction et faible conversion.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Les solutions e-commerce classiques ne sont pas nativement intégrées au chat.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Résultat: panier abandonné, expérience utilisateur dégradée, revenus sous-optimisés.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1235"/>
                </a:solidFill>
              </a:defRPr>
            </a:pPr>
            <a:r>
              <a:t>2. Solution Gategram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Gategram permet de vendre une création en quelques secondes, directement dans Telegram.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Paiement natif Telegram Stars: pas de redirection externe, parcours ultra-court.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Livraison automatique du contenu (texte, lien, fichier, photo, vidéo) après paiement.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235"/>
                </a:solidFill>
              </a:defRPr>
            </a:pPr>
            <a:r>
              <a:t>3. Produit &amp; proposition de valeur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5394960" cy="5029200"/>
          </a:xfrm>
          <a:prstGeom prst="rect">
            <a:avLst/>
          </a:prstGeom>
          <a:solidFill>
            <a:srgbClr val="F9F5FF"/>
          </a:solidFill>
          <a:ln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C3AED"/>
                </a:solidFill>
              </a:defRPr>
            </a:pPr>
            <a:r>
              <a:t>Côté créateur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846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Création d’offres en 1 minute</a:t>
            </a:r>
          </a:p>
          <a:p>
            <a:pPr>
              <a:spcAft>
                <a:spcPts val="1200"/>
              </a:spcAft>
              <a:defRPr sz="1900"/>
            </a:pPr>
            <a:r>
              <a:t>Commande simple (/create, /buy, /attach)</a:t>
            </a:r>
          </a:p>
          <a:p>
            <a:pPr>
              <a:spcAft>
                <a:spcPts val="1200"/>
              </a:spcAft>
              <a:defRPr sz="1900"/>
            </a:pPr>
            <a:r>
              <a:t>Livraison média automatisée</a:t>
            </a:r>
          </a:p>
          <a:p>
            <a:pPr>
              <a:spcAft>
                <a:spcPts val="1200"/>
              </a:spcAft>
              <a:defRPr sz="1900"/>
            </a:pPr>
            <a:r>
              <a:t>Dashboard ventes &amp; revenus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280160"/>
            <a:ext cx="5394960" cy="5029200"/>
          </a:xfrm>
          <a:prstGeom prst="rect">
            <a:avLst/>
          </a:prstGeom>
          <a:solidFill>
            <a:srgbClr val="F5F9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Côté acheteur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Achat en 1-2 clics dans Telegram</a:t>
            </a:r>
          </a:p>
          <a:p>
            <a:pPr>
              <a:spcAft>
                <a:spcPts val="1200"/>
              </a:spcAft>
              <a:defRPr sz="1900"/>
            </a:pPr>
            <a:r>
              <a:t>Paiement Stars sans friction</a:t>
            </a:r>
          </a:p>
          <a:p>
            <a:pPr>
              <a:spcAft>
                <a:spcPts val="1200"/>
              </a:spcAft>
              <a:defRPr sz="1900"/>
            </a:pPr>
            <a:r>
              <a:t>Réception instantanée du contenu</a:t>
            </a:r>
          </a:p>
          <a:p>
            <a:pPr>
              <a:spcAft>
                <a:spcPts val="1200"/>
              </a:spcAft>
              <a:defRPr sz="1900"/>
            </a:pPr>
            <a:r>
              <a:t>Expérience native, mobile-first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1235"/>
                </a:solidFill>
              </a:defRPr>
            </a:pPr>
            <a:r>
              <a:t>4. Modèle économique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Commission plateforme: 5% par transaction.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Créateur: 95% des ventes (alignement fort).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Scalabilité: revenu directement corrélé au volume GMV traité.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E4572"/>
                </a:solidFill>
              </a:defRPr>
            </a:pPr>
            <a:r>
              <a:t>Source: configuration produit Gategram (PLATFORM_FEE_PERCENT = 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1235"/>
                </a:solidFill>
              </a:defRPr>
            </a:pPr>
            <a:r>
              <a:t>5. Pourquoi maintenant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Explosion de la creator economy sur messageries privées.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Comportements d’achat impulsif directement dans le chat.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Telegram pousse les paiements natifs et les mini apps: fenêtre d’opportunité immédiate.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235"/>
                </a:solidFill>
              </a:defRPr>
            </a:pPr>
            <a:r>
              <a:t>6. Go-to-market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5394960" cy="5029200"/>
          </a:xfrm>
          <a:prstGeom prst="rect">
            <a:avLst/>
          </a:prstGeom>
          <a:solidFill>
            <a:srgbClr val="F9F5FF"/>
          </a:solidFill>
          <a:ln>
            <a:solidFill>
              <a:srgbClr val="DC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C3AED"/>
                </a:solidFill>
              </a:defRPr>
            </a:pPr>
            <a:r>
              <a:t>Acquisition créateurs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846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Niches à forte monétisation (trading, formation, coaching, communautés privées)</a:t>
            </a:r>
          </a:p>
          <a:p>
            <a:pPr>
              <a:spcAft>
                <a:spcPts val="1200"/>
              </a:spcAft>
              <a:defRPr sz="1900"/>
            </a:pPr>
            <a:r>
              <a:t>Outbound ciblé + partenariats micro-influenceurs</a:t>
            </a:r>
          </a:p>
          <a:p>
            <a:pPr>
              <a:spcAft>
                <a:spcPts val="1200"/>
              </a:spcAft>
              <a:defRPr sz="1900"/>
            </a:pPr>
            <a:r>
              <a:t>Onboarding assisté des top créateurs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280160"/>
            <a:ext cx="5394960" cy="5029200"/>
          </a:xfrm>
          <a:prstGeom prst="rect">
            <a:avLst/>
          </a:prstGeom>
          <a:solidFill>
            <a:srgbClr val="F5F9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Activation &amp; rétention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Templates de créations à forte conversion</a:t>
            </a:r>
          </a:p>
          <a:p>
            <a:pPr>
              <a:spcAft>
                <a:spcPts val="1200"/>
              </a:spcAft>
              <a:defRPr sz="1900"/>
            </a:pPr>
            <a:r>
              <a:t>Analytics simples orientées revenus</a:t>
            </a:r>
          </a:p>
          <a:p>
            <a:pPr>
              <a:spcAft>
                <a:spcPts val="1200"/>
              </a:spcAft>
              <a:defRPr sz="1900"/>
            </a:pPr>
            <a:r>
              <a:t>Boucles virales via partage /buy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1235"/>
                </a:solidFill>
              </a:defRPr>
            </a:pPr>
            <a:r>
              <a:t>7. Avantage compétitif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Produit conçu nativement pour Telegram (pas un plugin e-commerce générique).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Parcours transactionnel court = conversion potentiellement supérieure.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Stack légère et itérable rapidement (Next.js + Bot Telegram + DB serverless).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1235"/>
                </a:solidFill>
              </a:defRPr>
            </a:pPr>
            <a:r>
              <a:t>8. Roadmap 12 mois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Q2: optimisation conversion créateur (UX + templates + pricing guidance).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Q3: CRM créateur, segmentation, campagnes de revente.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Q4: features pro (multi-créations, bundles, upsells, affiliate links).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Q1: expansion internationale + programme partenaires.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1235"/>
                </a:solidFill>
              </a:defRPr>
            </a:pPr>
            <a:r>
              <a:t>9. KPIs investisseurs à suivre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MRR net plateforme et GMV mensuel.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Taux de conversion achat par clic /buy.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ARPC (revenu moyen par créateur actif).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Rétention des créateurs (M1, M3, M6).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Payback acquisition créateur.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1235"/>
                </a:solidFill>
              </a:defRPr>
            </a:pPr>
            <a:r>
              <a:t>10. Demande d’investissement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Objectif: accélérer acquisition créateurs + exécution produit.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Allocation cible: 40% growth, 40% produit/tech, 20% ops/compliance.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Milestone principal: atteindre une traction récurrente mesurable sur 12 mois.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1235"/>
                </a:solidFill>
              </a:defRPr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Gategram transforme Telegram en canal de vente natif pour la creator economy.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Friction minimale + modèle à commission = thèse de croissance solide.</a:t>
            </a:r>
          </a:p>
          <a:p>
            <a:pPr>
              <a:spcAft>
                <a:spcPts val="1600"/>
              </a:spcAft>
              <a:defRPr sz="2400">
                <a:solidFill>
                  <a:srgbClr val="282046"/>
                </a:solidFill>
              </a:defRPr>
            </a:pPr>
            <a:r>
              <a:t>Nous cherchons des investisseurs partenaires pour passer à l’échelle.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E4572"/>
                </a:solidFill>
              </a:defRPr>
            </a:pPr>
            <a:r>
              <a:t>Version générée le 2026-03-13 11:01 UTC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